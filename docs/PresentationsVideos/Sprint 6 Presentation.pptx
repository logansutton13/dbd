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3e484e8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93e484e8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93e484e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93e484e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832f477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832f477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1a9831a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1a9831a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1a9831a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1a9831a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a9831a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1a9831a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e8bf3543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e8bf3543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f278184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f278184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974b9401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974b9401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1a9831a1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1a9831a1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832f477d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832f477d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1a9831a1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1a9831a1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1a9831a1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1a9831a1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974b9401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974b9401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users/LoganSutton13/projects/3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LoganSutton13/DBD/blob/main/docs/Mom/MoM_Apr_16_2026.m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1A1A1A"/>
                </a:solidFill>
              </a:rPr>
              <a:t>Drone Based Mapping and Ground Based Robotic Precision Spray System for Field Crops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34125"/>
            <a:ext cx="437197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2025" y="2726500"/>
            <a:ext cx="2220175" cy="22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Roles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Logan Sutton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Frontend UI design &amp; implementations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Finalized api endpoint integrations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CI pipeline for backend 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Docker CD pipeline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Gil Rezin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Field map processing into prescription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conversion into polygons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count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Polygon smoothing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Field map testing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6 Objectives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an installable application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Docker containers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Easy install script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Public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Prescription Module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Comprehensive backend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Explore processing with varying parameters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Expose processing options to user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NodeODM enumerated settings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Prescription settings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Saved configuration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Overall: finalize major features; this is the final sprint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6 Final Goals &amp; Deployment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core features implemented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Accessible to Andrew and public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Aligns with goal of free, accessible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ready for real world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Unfortunately, Amiga issues prevented: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Pathing </a:t>
            </a:r>
            <a:r>
              <a:rPr lang="en"/>
              <a:t>module</a:t>
            </a:r>
            <a:r>
              <a:rPr lang="en"/>
              <a:t> testing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Autonomous transfer of path to robot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Final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Undetermined prescription testing (as of writing this)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Feature Implementation (Logan)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UI design (with AI)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Backend API routes and handlers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NodeODM integration and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Pathing module with Fields2Cover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Boustrophedon pathing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Conversion to </a:t>
            </a:r>
            <a:r>
              <a:rPr lang="en"/>
              <a:t>farmng</a:t>
            </a:r>
            <a:r>
              <a:rPr lang="en"/>
              <a:t> waypoints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storage and accessibility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Directory structure, organized by process guid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 testing pipeline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Feature Implementation (Gil)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82950" y="1152475"/>
            <a:ext cx="448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5141" lvl="0" marL="457200" rtl="0" algn="l">
              <a:spcBef>
                <a:spcPts val="0"/>
              </a:spcBef>
              <a:spcAft>
                <a:spcPts val="0"/>
              </a:spcAft>
              <a:buSzPts val="1835"/>
              <a:buChar char="-"/>
            </a:pPr>
            <a:r>
              <a:rPr lang="en" sz="1835"/>
              <a:t>Prescription module</a:t>
            </a:r>
            <a:endParaRPr sz="1835"/>
          </a:p>
          <a:p>
            <a:pPr indent="-319741" lvl="1" marL="914400" rtl="0" algn="l">
              <a:spcBef>
                <a:spcPts val="0"/>
              </a:spcBef>
              <a:spcAft>
                <a:spcPts val="0"/>
              </a:spcAft>
              <a:buSzPts val="1435"/>
              <a:buChar char="-"/>
            </a:pPr>
            <a:r>
              <a:rPr lang="en" sz="1435"/>
              <a:t>Written in R</a:t>
            </a:r>
            <a:endParaRPr sz="1435"/>
          </a:p>
          <a:p>
            <a:pPr indent="-319741" lvl="1" marL="914400" rtl="0" algn="l">
              <a:spcBef>
                <a:spcPts val="0"/>
              </a:spcBef>
              <a:spcAft>
                <a:spcPts val="0"/>
              </a:spcAft>
              <a:buSzPts val="1435"/>
              <a:buChar char="-"/>
            </a:pPr>
            <a:r>
              <a:rPr lang="en" sz="1435"/>
              <a:t>FIELDimageR library as a base</a:t>
            </a:r>
            <a:endParaRPr sz="1435"/>
          </a:p>
          <a:p>
            <a:pPr indent="-319741" lvl="1" marL="914400" rtl="0" algn="l">
              <a:spcBef>
                <a:spcPts val="0"/>
              </a:spcBef>
              <a:spcAft>
                <a:spcPts val="0"/>
              </a:spcAft>
              <a:buSzPts val="1435"/>
              <a:buChar char="-"/>
            </a:pPr>
            <a:r>
              <a:rPr lang="en" sz="1435"/>
              <a:t>R testing module</a:t>
            </a:r>
            <a:endParaRPr sz="1435"/>
          </a:p>
          <a:p>
            <a:pPr indent="-345141" lvl="0" marL="457200" rtl="0" algn="l">
              <a:spcBef>
                <a:spcPts val="0"/>
              </a:spcBef>
              <a:spcAft>
                <a:spcPts val="0"/>
              </a:spcAft>
              <a:buSzPts val="1835"/>
              <a:buChar char="-"/>
            </a:pPr>
            <a:r>
              <a:rPr lang="en" sz="1835"/>
              <a:t>Data analysis prototyping methods</a:t>
            </a:r>
            <a:endParaRPr sz="1835"/>
          </a:p>
          <a:p>
            <a:pPr indent="-319741" lvl="1" marL="914400" rtl="0" algn="l">
              <a:spcBef>
                <a:spcPts val="0"/>
              </a:spcBef>
              <a:spcAft>
                <a:spcPts val="0"/>
              </a:spcAft>
              <a:buSzPts val="1435"/>
              <a:buChar char="-"/>
            </a:pPr>
            <a:r>
              <a:rPr lang="en" sz="1435"/>
              <a:t>NDVI data analysis implementation</a:t>
            </a:r>
            <a:endParaRPr sz="1435"/>
          </a:p>
          <a:p>
            <a:pPr indent="-319741" lvl="1" marL="914400" rtl="0" algn="l">
              <a:spcBef>
                <a:spcPts val="0"/>
              </a:spcBef>
              <a:spcAft>
                <a:spcPts val="0"/>
              </a:spcAft>
              <a:buSzPts val="1435"/>
              <a:buChar char="-"/>
            </a:pPr>
            <a:r>
              <a:rPr lang="en" sz="1435"/>
              <a:t>Data smoothing</a:t>
            </a:r>
            <a:endParaRPr sz="1435"/>
          </a:p>
          <a:p>
            <a:pPr indent="-319741" lvl="1" marL="914400" rtl="0" algn="l">
              <a:spcBef>
                <a:spcPts val="0"/>
              </a:spcBef>
              <a:spcAft>
                <a:spcPts val="0"/>
              </a:spcAft>
              <a:buSzPts val="1435"/>
              <a:buChar char="-"/>
            </a:pPr>
            <a:r>
              <a:rPr lang="en" sz="1435"/>
              <a:t>DBSCAN clustering</a:t>
            </a:r>
            <a:endParaRPr sz="1435"/>
          </a:p>
          <a:p>
            <a:pPr indent="-319741" lvl="1" marL="914400" rtl="0" algn="l">
              <a:spcBef>
                <a:spcPts val="0"/>
              </a:spcBef>
              <a:spcAft>
                <a:spcPts val="0"/>
              </a:spcAft>
              <a:buSzPts val="1435"/>
              <a:buChar char="-"/>
            </a:pPr>
            <a:r>
              <a:rPr lang="en" sz="1435"/>
              <a:t>Quantile bucketing</a:t>
            </a:r>
            <a:endParaRPr sz="1435"/>
          </a:p>
          <a:p>
            <a:pPr indent="-345141" lvl="0" marL="457200" rtl="0" algn="l">
              <a:spcBef>
                <a:spcPts val="0"/>
              </a:spcBef>
              <a:spcAft>
                <a:spcPts val="0"/>
              </a:spcAft>
              <a:buSzPts val="1835"/>
              <a:buChar char="-"/>
            </a:pPr>
            <a:r>
              <a:rPr lang="en" sz="1835"/>
              <a:t>Amiga robot troubleshooting</a:t>
            </a:r>
            <a:endParaRPr sz="1835"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11524" l="10280" r="4411" t="3362"/>
          <a:stretch/>
        </p:blipFill>
        <p:spPr>
          <a:xfrm>
            <a:off x="4492525" y="1262950"/>
            <a:ext cx="4528626" cy="18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950" y="3247775"/>
            <a:ext cx="3105150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Upload and NodeODM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Pathing generation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generation and settings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Modification and downloading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Prescription generation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Generation and regeneration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Cluster, smoothing, GPA settings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Viewing jobs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</a:t>
            </a:r>
            <a:r>
              <a:rPr lang="en"/>
              <a:t>persistence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Testing and CI pipeline</a:t>
            </a:r>
            <a:endParaRPr/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Deployment and Client Delivery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421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 containers provided on public GHCR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Install script provided in repo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 pipeline setup for package generation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Steps for public install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 to GH repository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Copy install and docker compose scripts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install script from same directory as docker compose</a:t>
            </a:r>
            <a:endParaRPr/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8" name="Google Shape;108;p20" title="PXL_20260307_18161194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4900" y="1170125"/>
            <a:ext cx="4316698" cy="3237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490250" y="450150"/>
            <a:ext cx="81624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Kanban Board 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https://github.com/users/LoganSutton13/projects/3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357975" y="1858200"/>
            <a:ext cx="7800000" cy="14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Client Communication Documentation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DBD/docs/Mom/MoM_Apr_16_2026.md at main · LoganSutton13/DBD</a:t>
            </a:r>
            <a:r>
              <a:rPr lang="en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Report Overview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Diagrams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(show final report .pdf)</a:t>
            </a:r>
            <a:endParaRPr/>
          </a:p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 AI usage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Frontend creation and modifications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Entirety of frontend has been built this way, per client request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Utilized Cursor IDE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Backend refactoring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Brainstorm ideas on how to reimplement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“Rewrite this code to output y instead of x”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Writing unit 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 a specific section of code to unit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decently well, can’t give to big of task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Verification needed, as sometimes the generated test actually tests nothing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Assistance with debugging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MoM notetaking</a:t>
            </a:r>
            <a:endParaRPr/>
          </a:p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 and Challenges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421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Publicly installable application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Dockerized and runs offline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Prescription module tested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Iterated through Kanban tasks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4572000" y="1152475"/>
            <a:ext cx="449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Pathing remains untested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luck with amiga hardware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Trouble with getting path starting point setup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autonomous pathing/prescription upload to amiga through app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Must be done through USB transfer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 functional test videos for video </a:t>
            </a:r>
            <a:r>
              <a:rPr lang="en" sz="1400"/>
              <a:t>submission</a:t>
            </a:r>
            <a:r>
              <a:rPr lang="en" sz="1400"/>
              <a:t> </a:t>
            </a:r>
            <a:endParaRPr sz="1400"/>
          </a:p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Retrospective and Final Reflection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4260300" cy="21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worked well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UI development with AI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Prescription customizeability options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Prescription data analysis &amp; processing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Pathing module (minus starting point)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Application works fully offline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4760850" y="1074250"/>
            <a:ext cx="4260300" cy="21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could have been improved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Functional testing on Amiga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Start testing earlier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Integrating system with Amiga communication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2884600"/>
            <a:ext cx="8329800" cy="20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Lessons learned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Building a full stack offline agricultural application is fun but challenging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Generating a prescription from orthophoto works well with R using data analysis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to integrating various libraries into cohesive unit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Requirement gathering from client and stakeholders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system is publicly downloadable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Additional work/validation needed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Pathing corrections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Prescription is in correct format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File format accepted by Amiga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</a:t>
            </a:r>
            <a:r>
              <a:rPr lang="en"/>
              <a:t>currently</a:t>
            </a:r>
            <a:r>
              <a:rPr lang="en"/>
              <a:t> available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Orthophoto stitching given drone imagery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Prescription generation with GPA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Path generation and preview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Downloadable files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Containerized frontend and backend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