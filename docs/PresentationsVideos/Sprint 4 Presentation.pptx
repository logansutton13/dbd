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8bf354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8bf354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a9831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a9831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a9831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a9831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a9831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a9831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8bf354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e8bf354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f27818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f27818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74b940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974b940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a9831a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1a9831a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1d46fa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81d46fa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974b9401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974b9401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a9831a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a9831a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a9831a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1a9831a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34125"/>
            <a:ext cx="43719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025" y="2726500"/>
            <a:ext cx="2220175" cy="2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 (Sprint 4)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 &amp; Backend structure and integrations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Path generation and storage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UI functionality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Gil Rezin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field maps from orthophotos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NDVI values for grid overlay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unique clusters from cell values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4 Objectives/Goals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finding (given shapefile)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 suitable path finding algorithm and implement it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 user interface to support path previews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pathing into project pipeline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 prescription generation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Simplify approach to support Raven RTK vertex constraint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Produce shapefile output file with prescription details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user to specify categories of spray detail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4 Objectives/Goals &amp; Overall vision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finding module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Robot must </a:t>
            </a:r>
            <a:r>
              <a:rPr lang="en"/>
              <a:t>autonomously traverse field </a:t>
            </a:r>
            <a:r>
              <a:rPr lang="en"/>
              <a:t> 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can’t spray the field if we can’t traverse it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module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Robot must be able to autonomously spray the field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While the robot is traversing it’s path, we read the prescription map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Spray based on where we are on the path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(Logan)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Pathing algorithm using Fields2Cover (Python)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Generations a snake-pattern path based on a shapefile boundary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specify path width and headlands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Supports obstacles in field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Must be defined by the field boundary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Generated path converted to Farmng amiga waypoints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Waypoints stored in json format for Amiga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Displayable on the UI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UI has pathing visualization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Specify robot width, swath width, </a:t>
            </a:r>
            <a:r>
              <a:rPr lang="en"/>
              <a:t>preview</a:t>
            </a:r>
            <a:r>
              <a:rPr lang="en"/>
              <a:t> path on map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(Gil)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82950" y="1152475"/>
            <a:ext cx="554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Clustering algorithm re-implemented with bucketing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Assign </a:t>
            </a:r>
            <a:r>
              <a:rPr lang="en"/>
              <a:t>quantile </a:t>
            </a:r>
            <a:r>
              <a:rPr lang="en"/>
              <a:t>buckets based on relation to plant health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Plant health threshold &amp; bucket count defined by farmer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 smoothen</a:t>
            </a:r>
            <a:r>
              <a:rPr lang="en"/>
              <a:t>ed with Gaussian blur for simplified cluster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Field resolution auto-defined by farmer hardware limitations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output into shapefile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File format for easy geometric visualization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Ready for integration with pathfinding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3022" l="2853" r="3601" t="3387"/>
          <a:stretch/>
        </p:blipFill>
        <p:spPr>
          <a:xfrm>
            <a:off x="5778400" y="819450"/>
            <a:ext cx="3133376" cy="21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800" y="3085725"/>
            <a:ext cx="4123525" cy="189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Testing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testing with robot in parking lot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Test pathing module by letting the robot traverse an empty parking 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testing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Additional field data provided by Andrew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Recently sprayed field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Larger, non-rectangular fields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Unit tests for each module, some already started/implemented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End-to-end testing expected when pipeline is completely integrated</a:t>
            </a:r>
            <a:endParaRPr/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Proof of MoM</a:t>
            </a:r>
            <a:endParaRPr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Report Changes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Separate</a:t>
            </a:r>
            <a:r>
              <a:rPr lang="en"/>
              <a:t> pathing module from prescription module pipeline dependency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info about field2cover and pathing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Talk about future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 info on prescription module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Adjust requirements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Vertex </a:t>
            </a:r>
            <a:r>
              <a:rPr lang="en"/>
              <a:t>maximum for prescription polygons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 usage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creation and modifications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Entirety of frontend has been built this way, per client request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Utilized Cursor 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 refactoring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Brainstorm ideas on how to reimplement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“Rewrite this code to output y instead of x”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unit tests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 a specific section of code to unit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decently well, can’t give to big of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Assistance with debugging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cleanup</a:t>
            </a:r>
            <a:endParaRPr/>
          </a:p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 from Sprint 3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4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finding is done and integrated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Proved to be a difficult task for Sprint 2 and Sprint 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Completed with Fields2Cover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Integrated with frontend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needs testing (looks like it works initially)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module is done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setup from prior sprints required complete rethink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built-in statistics analysis within 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integration with pathfinding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Works very well on test field, requires comprehensive testing now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and Challenges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42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Path finding complete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Huge milestone, one of biggest tasks in previous sprints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Prescription module done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Another big milestone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Just needs integration and some testing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4572000" y="1152475"/>
            <a:ext cx="449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Conversion of prescription points to polygons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Necessary for robot spraying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Still have frontend file streaming issues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 be completed in early sprint 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Entire pipeline was not completed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Expected mid sprint 5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Testing path upload and planning has proven difficult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Engineering team is struggling with Amiga robot hardware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entire pipeline integration by mid sprint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each module with unit and integration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pathing </a:t>
            </a:r>
            <a:r>
              <a:rPr lang="en"/>
              <a:t>module with full test in parking lot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UI with Jest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we can upload files to Amiga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Engineering team resolves hardware issues</a:t>
            </a:r>
            <a:endParaRPr/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We’re excited to continue </a:t>
            </a:r>
            <a:r>
              <a:rPr lang="en"/>
              <a:t>developing</a:t>
            </a:r>
            <a:r>
              <a:rPr lang="en"/>
              <a:t> this system in Sprint 5!</a:t>
            </a:r>
            <a:endParaRPr/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