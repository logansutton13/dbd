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3e484e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93e484e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93e484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93e484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8bf354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8bf354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a9831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a9831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a9831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a9831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a9831a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a9831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e8bf354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e8bf354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5d4f25a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5d4f25a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f27818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f27818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74b9401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974b9401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1a9831a1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1a9831a1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1d46fa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81d46f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74b9401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974b9401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a9831a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1a9831a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1a9831a1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1a9831a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974b940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974b940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</a:rPr>
              <a:t>Drone Based Mapping and Ground Based Robotic Precision Spray System for Field Crops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34125"/>
            <a:ext cx="43719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025" y="2726500"/>
            <a:ext cx="2220175" cy="22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 (Sprint 5)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Logan Sutton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Frontend &amp; Backend structure and integrations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Path generation and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UI functionality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CI unit test workflow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Gil Rezin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Field map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conversion into polygons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5 Objectives/Goals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 and Testing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Establish a CI workflow on github for automated testing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Unit tests for backend endpoints and services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of Prescription Generation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R script to be called by python backend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 shapefile output file that can be used by backend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Shapefile contains polygons with metadata for use by Amiga robot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Endpoints for prescription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5 Objectives/Goals &amp; Overall vision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finding module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Robot must </a:t>
            </a:r>
            <a:r>
              <a:rPr lang="en"/>
              <a:t>autonomously traverse field </a:t>
            </a:r>
            <a:r>
              <a:rPr lang="en"/>
              <a:t> 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can’t spray the field if we can’t traverse it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module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Must be called from the backend &amp; uploaded to robot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Robot must be able to autonomously spray the field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the robot is traversing it’s path, we read the prescription map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Spray based on where we are on the path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Linking and testing everything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run a workflow from start to finish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Prescription and pathing modules are integrated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Unit test coverage of backend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 (Logan)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Pathing algorithm using Fields2Cover (Python)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Generations a snake-pattern path based on a shapefile boundary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specify path width and headlands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Supports obstacles in field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Must be defined by the field boundary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Generated path converted to Farmng amiga waypoints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Waypoints stored in json format for Amiga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Displayable on the 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has pathing visualization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Specify robot width, swath width, </a:t>
            </a:r>
            <a:r>
              <a:rPr lang="en"/>
              <a:t>preview</a:t>
            </a:r>
            <a:r>
              <a:rPr lang="en"/>
              <a:t> path on 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 tests for backend (88 currently)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Cover endpoints and basic service functionality (nothing heavy computation)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 (Gil)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82950" y="1152475"/>
            <a:ext cx="448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5"/>
              <a:t>Prescription module improvements</a:t>
            </a:r>
            <a:endParaRPr sz="2035"/>
          </a:p>
          <a:p>
            <a:pPr indent="-322123" lvl="0" marL="457200" rtl="0" algn="l">
              <a:spcBef>
                <a:spcPts val="1200"/>
              </a:spcBef>
              <a:spcAft>
                <a:spcPts val="0"/>
              </a:spcAft>
              <a:buSzPts val="1473"/>
              <a:buChar char="●"/>
            </a:pPr>
            <a:r>
              <a:rPr lang="en" sz="1472"/>
              <a:t>All cells of equivalent cluster placed into same polygon</a:t>
            </a:r>
            <a:endParaRPr sz="1472"/>
          </a:p>
          <a:p>
            <a:pPr indent="-322123" lvl="0" marL="457200" rtl="0" algn="l">
              <a:spcBef>
                <a:spcPts val="0"/>
              </a:spcBef>
              <a:spcAft>
                <a:spcPts val="0"/>
              </a:spcAft>
              <a:buSzPts val="1473"/>
              <a:buChar char="●"/>
            </a:pPr>
            <a:r>
              <a:rPr lang="en" sz="1472"/>
              <a:t>Boundary of field now defined with farmer-specified shapefile</a:t>
            </a:r>
            <a:endParaRPr sz="147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35"/>
              <a:t>Module integration with backend</a:t>
            </a:r>
            <a:endParaRPr sz="2035"/>
          </a:p>
          <a:p>
            <a:pPr indent="-322729" lvl="0" marL="457200" rtl="0" algn="l">
              <a:spcBef>
                <a:spcPts val="1200"/>
              </a:spcBef>
              <a:spcAft>
                <a:spcPts val="0"/>
              </a:spcAft>
              <a:buSzPts val="1482"/>
              <a:buChar char="●"/>
            </a:pPr>
            <a:r>
              <a:rPr lang="en" sz="1482"/>
              <a:t>Added command-line parameters, can now be </a:t>
            </a:r>
            <a:r>
              <a:rPr lang="en" sz="1482"/>
              <a:t>called</a:t>
            </a:r>
            <a:r>
              <a:rPr lang="en" sz="1482"/>
              <a:t> from Command Prompt without needing a wrapper class</a:t>
            </a:r>
            <a:endParaRPr sz="1482"/>
          </a:p>
          <a:p>
            <a:pPr indent="-322729" lvl="0" marL="457200" rtl="0" algn="l">
              <a:spcBef>
                <a:spcPts val="0"/>
              </a:spcBef>
              <a:spcAft>
                <a:spcPts val="0"/>
              </a:spcAft>
              <a:buSzPts val="1482"/>
              <a:buChar char="●"/>
            </a:pPr>
            <a:r>
              <a:rPr lang="en" sz="1482"/>
              <a:t>Module called using subprocess.run within Python</a:t>
            </a:r>
            <a:endParaRPr sz="1482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11524" l="10280" r="4411" t="3362"/>
          <a:stretch/>
        </p:blipFill>
        <p:spPr>
          <a:xfrm>
            <a:off x="4492525" y="1262950"/>
            <a:ext cx="4528626" cy="18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950" y="3247775"/>
            <a:ext cx="310515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421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testing with robot in parking lot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 into RTK hardware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be addressed in future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testing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Additional field data provided by Andrew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Recently sprayed field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Larger, non-rectangular fields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Unit tests for each module, some already started/implemented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End-to-end testing TBD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20" title="PXL_20260307_18161194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900" y="1170125"/>
            <a:ext cx="4316698" cy="3237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testing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88 current unit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Cover typical, edge, and bad 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Utilizing mocks for some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I.e. file storage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75"/>
            <a:ext cx="8408821" cy="248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201" y="0"/>
            <a:ext cx="4686800" cy="2658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[INSERT KANBAN BOARD IMAGE HERE]</a:t>
            </a:r>
            <a:endParaRPr/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3254"/>
            <a:ext cx="9144000" cy="3836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85713" t="0"/>
          <a:stretch/>
        </p:blipFill>
        <p:spPr>
          <a:xfrm>
            <a:off x="0" y="0"/>
            <a:ext cx="955901" cy="37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300" y="53950"/>
            <a:ext cx="4117036" cy="367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 rotWithShape="1">
          <a:blip r:embed="rId3">
            <a:alphaModFix/>
          </a:blip>
          <a:srcRect b="0" l="42887" r="0" t="0"/>
          <a:stretch/>
        </p:blipFill>
        <p:spPr>
          <a:xfrm>
            <a:off x="955900" y="53950"/>
            <a:ext cx="3821399" cy="37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6875" y="3827443"/>
            <a:ext cx="3615950" cy="19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Report Changes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info about field2cover and pathing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info about prescription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Talk current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Existing and future 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Existing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Refactor info on how prescription module 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Adjust requirements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</a:t>
            </a:r>
            <a:r>
              <a:rPr lang="en"/>
              <a:t>maximum for prescription polygons</a:t>
            </a:r>
            <a:endParaRPr/>
          </a:p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 usage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Frontend creation and modifications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Entirety of frontend has been built this way, per client request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Cursor 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refactoring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Brainstorm ideas on how to reimplement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“Rewrite this code to output y instead of x”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Writing unit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a specific section of code to unit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decently well, can’t give to big of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Assistance with debugging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cleanup</a:t>
            </a:r>
            <a:endParaRPr/>
          </a:p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 from Sprint 4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4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finding is done and integrated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Proved to be a difficult task for Sprint 2 and Sprint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Completed with Fields2Cover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Integrated with 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needs testing (looks like it works initially)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module nearly integrated with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points setup for 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 tests </a:t>
            </a:r>
            <a:r>
              <a:rPr lang="en"/>
              <a:t>coverage</a:t>
            </a:r>
            <a:r>
              <a:rPr lang="en"/>
              <a:t> for backend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API 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Non-heavy 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Bad data handling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is now dockerized (dockerfile set up)</a:t>
            </a:r>
            <a:endParaRPr/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 and Challenges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42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Our pipeline is done, just waiting on hardware team for integration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Unit tests implemented, more on the way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Dockerized application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4572000" y="1152475"/>
            <a:ext cx="449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Usage on WSL remains a challenge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Problems with R on Linux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Testing </a:t>
            </a:r>
            <a:r>
              <a:rPr lang="en" sz="1400"/>
              <a:t>difficulties</a:t>
            </a:r>
            <a:r>
              <a:rPr lang="en" sz="1400"/>
              <a:t> in final weeks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Engineering team is struggling with Amiga robot hardware</a:t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 testing each module with unit and integration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pathing </a:t>
            </a:r>
            <a:r>
              <a:rPr lang="en"/>
              <a:t>module with full test in parking 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UI with Jest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we can upload files to Amiga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Engineering team resolves hardware issues</a:t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We’re excited to complete the system by Sprint 6!</a:t>
            </a:r>
            <a:endParaRPr/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