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1CE98B-9C94-4476-AD7E-E33B5527CD10}">
  <a:tblStyle styleId="{4F1CE98B-9C94-4476-AD7E-E33B5527CD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3e484e8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93e484e8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93e484e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93e484e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974b940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974b940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974b9401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974b9401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74b9401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74b9401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farmer’s wants and needs, practicallity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74b940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74b940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974b9401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974b9401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974b9401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974b9401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f27818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f27818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974b9401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974b9401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974b9401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974b9401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74b9401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974b9401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974b9401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974b9401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974b9401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974b9401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74b940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74b940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974b9401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974b9401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readme.m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</a:rPr>
              <a:t>Drone Based Mapping and Ground Based Robotic Precision Spray System for Field Crops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34125"/>
            <a:ext cx="43719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025" y="2726500"/>
            <a:ext cx="2220175" cy="22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Logan Sutton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Computer Science and Applied Math Double Major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Familiar with backend/api development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Leading UI and API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Gil Rezin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Computer Science Major &amp; Math Minor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Familiar with machine learning and its </a:t>
            </a:r>
            <a:r>
              <a:rPr lang="en"/>
              <a:t>applications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Leading </a:t>
            </a:r>
            <a:r>
              <a:rPr lang="en"/>
              <a:t>generation</a:t>
            </a:r>
            <a:r>
              <a:rPr lang="en"/>
              <a:t> of pesticide prescription using ML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1 Objectives/Goals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Collect Requirements from Andrew Nelson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Get overview of overall project 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Visit farm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user stories and identify functional </a:t>
            </a:r>
            <a:r>
              <a:rPr lang="en"/>
              <a:t>requirements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Learn full stack framework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Python 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Backend use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FastAPI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DINOv2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TensorFlow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FIELDimageR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JavaScript/React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Frontend use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OpenDroneMap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Used to process images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NodeODM docker image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PyODM library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Gather Process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75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Visited Andrew’s Farm in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Intro to problem statement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Farm-ng, Farm Robotics competition, automated robotic sprayer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Resources: Farm-ng robot, drone hardware &amp; imagery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 Team Meeting (9/12)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Requirement pipeline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Main goal: create something usable and affordable for farmers (off the shelf)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585625" y="4106425"/>
            <a:ext cx="572700" cy="5727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6"/>
          <p:cNvCxnSpPr>
            <a:stCxn id="75" idx="6"/>
          </p:cNvCxnSpPr>
          <p:nvPr/>
        </p:nvCxnSpPr>
        <p:spPr>
          <a:xfrm>
            <a:off x="1158325" y="4392775"/>
            <a:ext cx="65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6"/>
          <p:cNvSpPr txBox="1"/>
          <p:nvPr/>
        </p:nvSpPr>
        <p:spPr>
          <a:xfrm>
            <a:off x="360975" y="4568875"/>
            <a:ext cx="13302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Stitch drone imagery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1807425" y="4106425"/>
            <a:ext cx="572700" cy="5727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6"/>
          <p:cNvCxnSpPr>
            <a:stCxn id="78" idx="6"/>
          </p:cNvCxnSpPr>
          <p:nvPr/>
        </p:nvCxnSpPr>
        <p:spPr>
          <a:xfrm>
            <a:off x="2380125" y="4392775"/>
            <a:ext cx="65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6"/>
          <p:cNvSpPr txBox="1"/>
          <p:nvPr/>
        </p:nvSpPr>
        <p:spPr>
          <a:xfrm>
            <a:off x="1582775" y="4568875"/>
            <a:ext cx="13302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Generate prescription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029250" y="4128600"/>
            <a:ext cx="572700" cy="5727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16"/>
          <p:cNvCxnSpPr>
            <a:stCxn id="81" idx="6"/>
          </p:cNvCxnSpPr>
          <p:nvPr/>
        </p:nvCxnSpPr>
        <p:spPr>
          <a:xfrm>
            <a:off x="3601950" y="4414950"/>
            <a:ext cx="65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6"/>
          <p:cNvSpPr txBox="1"/>
          <p:nvPr/>
        </p:nvSpPr>
        <p:spPr>
          <a:xfrm>
            <a:off x="2804600" y="4591050"/>
            <a:ext cx="13302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Generate path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278650" y="4106425"/>
            <a:ext cx="572700" cy="5727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4054000" y="4568875"/>
            <a:ext cx="13302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Send to robot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413" y="93276"/>
            <a:ext cx="2564880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b="37380" l="17729" r="0" t="35761"/>
          <a:stretch/>
        </p:blipFill>
        <p:spPr>
          <a:xfrm>
            <a:off x="5679850" y="3664175"/>
            <a:ext cx="3176899" cy="138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Requirement Gather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03325" y="1152475"/>
            <a:ext cx="641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Technical Software Meeting (9/25)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Suggested tools/requirements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AI generated UI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NodeODM for stitching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ML model for generating prescription/field map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Fully automated process after uploading drone imagery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Must fully work offline for remote farmers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Evaluate effectiveness &amp; accuracy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Additional Overview Meeting (10/2) + shop visit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Additional meeting for grad mentor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Repeat of project overview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Farm NG competition proposal due (11/14)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Use off the shelf parts, want project to be actually implementable by farmer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John Deere ATU possibility, needs exploring by engineering team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MoM Example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32401" l="0" r="0" t="25070"/>
          <a:stretch/>
        </p:blipFill>
        <p:spPr>
          <a:xfrm>
            <a:off x="5522175" y="264726"/>
            <a:ext cx="3446401" cy="195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749" y="2275975"/>
            <a:ext cx="2152825" cy="2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US-01: Upload Drone Imagery</a:t>
            </a:r>
            <a:endParaRPr b="1" sz="11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As an end-user farmer, I want an Upload Drone Imagery button so that I can easily upload my drone’s images to generate a field map.</a:t>
            </a:r>
            <a:endParaRPr sz="11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US-02: Transfer Prescription to Robot</a:t>
            </a:r>
            <a:endParaRPr b="1" sz="11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As an end-user farmer, I want to have the system upload the generated prescription to my spraying robot, so I do not have to manually upload the prescription for each spray. </a:t>
            </a:r>
            <a:endParaRPr sz="11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US-03: Individual Nozzle Control</a:t>
            </a:r>
            <a:endParaRPr b="1" sz="11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As a sprayer robot, I want to be able to control each sprayer nozzle individually so I can minimize pesticide resource expenditure. </a:t>
            </a:r>
            <a:endParaRPr sz="11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US-04: Evaluate Spraying Effectiveness</a:t>
            </a:r>
            <a:endParaRPr b="1" sz="11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As a team, we want to be able to measure the effectiveness of the robotic sprayer in order to continually improve our ML model.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311700" y="11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{4F1CE98B-9C94-4476-AD7E-E33B5527CD10}</a:tableStyleId>
              </a:tblPr>
              <a:tblGrid>
                <a:gridCol w="1393900"/>
                <a:gridCol w="2798275"/>
              </a:tblGrid>
              <a:tr h="21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Use Case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Upload and Process Drone Imagery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21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Actors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Farmer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Pre-condition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Farmer has completed a drone mapping session and collected raw image data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Post-condition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Images are successfully uploaded, validated, and processed into a stitched field map.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109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Main Flow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Farmer clicks the “Upload” button to add drone images.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System validates uploaded files and checks for bad data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Valid images are processed into a stitched field map.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System notifies the farmer when processing is complete.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Related Requirements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FR-01, FR-02, FR-11</a:t>
                      </a:r>
                      <a:endParaRPr sz="9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108" name="Google Shape;108;p19"/>
          <p:cNvGraphicFramePr/>
          <p:nvPr/>
        </p:nvGraphicFramePr>
        <p:xfrm>
          <a:off x="5144025" y="6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{4F1CE98B-9C94-4476-AD7E-E33B5527CD10}</a:tableStyleId>
              </a:tblPr>
              <a:tblGrid>
                <a:gridCol w="952325"/>
                <a:gridCol w="2330825"/>
              </a:tblGrid>
              <a:tr h="2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Use Case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Calculate and Execute Optimal Spraying Path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2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Actors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Farmer, Robot Sprayer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33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Pre-condition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Field map and pesticide prescription are available. System is connected to the robot sprayer.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45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Post-condition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Robot sprayer completes the spraying operation following the optimized path based on the prescription.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131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Main Flow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System calculates the most efficient and safe spraying path, considering obstacles (e.g., telephone poles, steep hills).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Farmer previews the generated path overlaid on the field map.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Approved prescription and path are uploaded to the robot sprayer.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Robot sprayer executes the operation, controlling individual nozzles according to the prescription and progress.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10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Alternate Flow</a:t>
                      </a:r>
                      <a:endParaRPr b="1"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System calculates the most efficient and safe spraying path, considering obstacles (e.g., telephone poles, steep hills).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When auto-deploy enabled, the prescription automatically uploads without preview.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Robot sprayer executes the operation, controlling individual nozzles according to the prescription and progress.</a:t>
                      </a:r>
                      <a:endParaRPr sz="900"/>
                    </a:p>
                  </a:txBody>
                  <a:tcPr marT="63500" marB="63500" marR="63500" marL="63500"/>
                </a:tc>
              </a:tr>
              <a:tr h="33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Related Requirements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FR-04, FR-06, FR-07, FR-09, FR-15</a:t>
                      </a:r>
                      <a:endParaRPr sz="9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Diagram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550" y="471488"/>
            <a:ext cx="5276850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existing systems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Currently, no </a:t>
            </a:r>
            <a:r>
              <a:rPr lang="en"/>
              <a:t>robotic</a:t>
            </a:r>
            <a:r>
              <a:rPr lang="en"/>
              <a:t> sprayer automation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Andrew already does image </a:t>
            </a:r>
            <a:r>
              <a:rPr lang="en"/>
              <a:t>stitching</a:t>
            </a:r>
            <a:r>
              <a:rPr lang="en"/>
              <a:t> for field 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Uses Pix4D which automatically does field </a:t>
            </a:r>
            <a:r>
              <a:rPr lang="en"/>
              <a:t>analysis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free, wants us to use NodeODM instead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</a:t>
            </a:r>
            <a:r>
              <a:rPr lang="en"/>
              <a:t>existing</a:t>
            </a:r>
            <a:r>
              <a:rPr lang="en"/>
              <a:t> codebase for classification algorithm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 up from scratch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options: FIELDimageR or DINOv2 fine-tuned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access to Farm-ng robot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limitations for Andrew: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path finding for automated sprayer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instruction generation for robot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Board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Logan Sutton’s Learning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Needed to learn as backend developer…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FastAPI for backend 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NodeODM API for image stitching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PyODM library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Docker for NodeODM image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Utilized AI tools for simple FastAPI syntax queries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 NodeODM documentation on API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 PyODM python library </a:t>
            </a:r>
            <a:r>
              <a:rPr lang="en"/>
              <a:t>documentation</a:t>
            </a:r>
            <a:r>
              <a:rPr lang="en"/>
              <a:t> and code samples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learned about docker images &amp; containers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to start and stop them via command 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 PyODM </a:t>
            </a:r>
            <a:r>
              <a:rPr lang="en"/>
              <a:t>library</a:t>
            </a:r>
            <a:r>
              <a:rPr lang="en"/>
              <a:t> to start and poll status for jobs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Gil Rezin’s Learning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fast in unfamiliar domain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Asked lots of questions to the stakeholders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Obtained insight from Ag Tech students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Independently researched existing farming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Resources and Strategies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Utilized ChatGPT to generate ideas, pipelines, and challenges when planning algorithm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 FIELDimageR library documentation, code samples, and YouTube tutorials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Learned about techniques in agriculture to utilize technology to better optimize crop output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NDVI, NDRE metrics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Classification</a:t>
            </a:r>
            <a:r>
              <a:rPr lang="en"/>
              <a:t>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Prepared for next steps in algorithm design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Achievements and Challenges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Tentative UI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Backend upload route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Backend status route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 run a job with NodeODM from API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Feel like we have grasp of requirements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Difficult to communicate with client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Unclarity of what implementation should be for path finding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Uncertainty</a:t>
            </a:r>
            <a:r>
              <a:rPr lang="en" sz="1400"/>
              <a:t> with using John Deere ATU or self developed system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Slow getting started, multiple extensions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Feel like we are back on track now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 AI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Cursor IDE used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Full frontend visuals (as requested by client)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Backend template outline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lang="en"/>
              <a:t>documentation, such as intermittent </a:t>
            </a:r>
            <a:r>
              <a:rPr lang="en">
                <a:uFill>
                  <a:noFill/>
                </a:uFill>
                <a:hlinkClick r:id="rId3"/>
              </a:rPr>
              <a:t>README.md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Script generation, such as package.json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Ex. </a:t>
            </a:r>
            <a:r>
              <a:rPr i="1" lang="en"/>
              <a:t>npm run nodeodm:start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Brainstorming implementation ideas / best practices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test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ChatGPT used for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Formatting provided ideas into formal statements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Generating some additional functional requirements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insights into ML models and model pipelines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 AI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Always verified code for expected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Reviewed AI output for clarity and correctness by reviewing requirements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Retrospective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 performed well for user UI creation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Provided a solid backend API foundation to build upon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Generated beneficial command line shortcuts for ease of 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Created well formatted and coherent text for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Areas to improve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Ensure prompts are specific to reduce AI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We’re excited to continue </a:t>
            </a:r>
            <a:r>
              <a:rPr lang="en"/>
              <a:t>developing</a:t>
            </a:r>
            <a:r>
              <a:rPr lang="en"/>
              <a:t> this system in Sprint 2!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