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893e484e8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893e484e8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893e484e8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893e484e8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1a9831a1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1a9831a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1a9831a1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1a9831a1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1a9831a1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1a9831a1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f2781847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8f2781847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974b9401b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8974b9401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1cb77d8b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1cb77d8b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974b9401b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8974b9401b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1a9831a1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1a9831a1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1a9831a1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1a9831a1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1a9831a19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1a9831a1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974b9401b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8974b9401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974b9401b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8974b9401b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5191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800">
                <a:solidFill>
                  <a:srgbClr val="1A1A1A"/>
                </a:solidFill>
              </a:rPr>
              <a:t>Drone Based Mapping and Ground Based Robotic Precision Spray System for Field Crops</a:t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834125"/>
            <a:ext cx="4371975" cy="16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92025" y="2726500"/>
            <a:ext cx="2220175" cy="222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Roles (Sprint 2)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Logan Sutton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Frontend &amp; Backend structure and interactions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File storage for orthophotos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Explore path generation for robot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Gil Rezin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Creating field maps from orthophotos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Clustering NDVI values for grid overlay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Identify unique clusters from cell values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Sprint 2 Objectives/Goals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Expand functionality in user interface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Add orthophoto gallery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View NodeODM report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Generate and store orthophotos using NodeODM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Download generated orthophotos and store in file structure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Generate a manifest with relevant info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Create field maps with NDVI values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Utilize </a:t>
            </a:r>
            <a:r>
              <a:rPr lang="en"/>
              <a:t>Field ImageR</a:t>
            </a:r>
            <a:r>
              <a:rPr lang="en"/>
              <a:t> to create field maps from generated orthophotos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Utilize clustering for data analysis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Allows grid sections to represent area of field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Explore waypoints for robot pathing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Implementation (Logan)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Polling for process completion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Download orthophoto and store with manifest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Frontend has option to pass name of task, stored in manifest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View for generated orthophotos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Includes report view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Options to download photo and report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File structure for completed tasks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Implementation (Gil)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NDVI Calculation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Field Segmentation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Break up into cells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Rewriting of FIELDimageR function(s)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Cluster identification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DBScan algorithm utilized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Explore options for pathfinding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Hamiltonian algorithms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Custom heading adjustments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Work-in-progress</a:t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1588" y="1284825"/>
            <a:ext cx="4562475" cy="264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Figma Prototype (not needed)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Note: client wanted AI generated UI, minimal time spent on design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Kanban Board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 Demo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75975"/>
            <a:ext cx="9143999" cy="3179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Storage Architecture</a:t>
            </a:r>
            <a:endParaRPr/>
          </a:p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311700" y="1145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File </a:t>
            </a:r>
            <a:r>
              <a:rPr lang="en"/>
              <a:t>hierarchy</a:t>
            </a:r>
            <a:r>
              <a:rPr lang="en"/>
              <a:t> (accessible by backend)</a:t>
            </a:r>
            <a:endParaRPr/>
          </a:p>
          <a:p>
            <a:pPr indent="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6100" y="1589675"/>
            <a:ext cx="5638800" cy="297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Achievements and Challenges</a:t>
            </a:r>
            <a:endParaRPr/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4218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Achievements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File structure</a:t>
            </a:r>
            <a:endParaRPr sz="14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Allows </a:t>
            </a:r>
            <a:r>
              <a:rPr lang="en" sz="1000"/>
              <a:t>for</a:t>
            </a:r>
            <a:r>
              <a:rPr lang="en" sz="1000"/>
              <a:t> easy field map code integration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Storage is convenient for route handling</a:t>
            </a:r>
            <a:endParaRPr sz="10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Frontend is 80% complete</a:t>
            </a:r>
            <a:endParaRPr sz="14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Next step: implement backend to serve all frontend necessities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400"/>
              <a:t>Field processing mostly complete</a:t>
            </a:r>
            <a:endParaRPr sz="14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4572000" y="1152475"/>
            <a:ext cx="4495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Large frontend file uploads fail</a:t>
            </a:r>
            <a:endParaRPr sz="14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Refactor to file streaming or different approach</a:t>
            </a:r>
            <a:endParaRPr sz="10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Lots of work for just 2 </a:t>
            </a:r>
            <a:r>
              <a:rPr lang="en" sz="1400"/>
              <a:t>people</a:t>
            </a:r>
            <a:endParaRPr sz="14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Discovered that “easy” steps are more involved than </a:t>
            </a:r>
            <a:r>
              <a:rPr lang="en" sz="1000"/>
              <a:t>anticipated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Progress isn’t as quick as expected</a:t>
            </a:r>
            <a:endParaRPr sz="10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400"/>
              <a:t>Communication challenges with hardware team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000"/>
              <a:t>Converting prototypes to integrated system may prove challenging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Concerns over potential rewrites during integration</a:t>
            </a:r>
            <a:endParaRPr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Complete docker container setup to host frontend and backend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Refactor file upload module to handle large files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Implement FarmNG waypoint creation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Future: integrate with field map (coordinates)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Prescription generation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Allow for farmer to choose between high, low, and no spray for field areas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 AI usage</a:t>
            </a:r>
            <a:endParaRPr/>
          </a:p>
        </p:txBody>
      </p:sp>
      <p:sp>
        <p:nvSpPr>
          <p:cNvPr id="128" name="Google Shape;12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Frontend creation and </a:t>
            </a:r>
            <a:r>
              <a:rPr lang="en"/>
              <a:t>modifications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Per client request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Suggesting possible fixes to small issues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Ex. proposing file streaming as solution to large file problem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Debugging linter errors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 AI</a:t>
            </a:r>
            <a:endParaRPr/>
          </a:p>
        </p:txBody>
      </p:sp>
      <p:sp>
        <p:nvSpPr>
          <p:cNvPr id="134" name="Google Shape;13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Checks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Always verified code for expected output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Reviewed AI output for clarity and correctness by reviewing requirements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Retrospective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AI performed well for user UI creation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Helped with docker container creation (WIP)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Created well formatted and coherent text for documentation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Areas to improve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Ensure prompts are specific to reduce AI errors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140" name="Google Shape;140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We’re excited to continue </a:t>
            </a:r>
            <a:r>
              <a:rPr lang="en"/>
              <a:t>developing</a:t>
            </a:r>
            <a:r>
              <a:rPr lang="en"/>
              <a:t> this system in Sprint 3!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